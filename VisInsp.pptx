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4" r:id="rId13"/>
  </p:sldMasterIdLst>
  <p:notesMasterIdLst>
    <p:notesMasterId r:id="rId17"/>
  </p:notesMasterIdLst>
  <p:handoutMasterIdLst>
    <p:handoutMasterId r:id="rId15"/>
  </p:handoutMasterIdLst>
  <p:sldIdLst>
    <p:sldId id="25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 showGuide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1" Type="http://schemas.openxmlformats.org/officeDocument/2006/relationships/viewProps" Target="viewProps.xml"></Relationship><Relationship Id="rId22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image" Target="../media/fImage306173811841.jpeg"></Relationship><Relationship Id="rId4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202"/>
          <p:cNvGrpSpPr/>
          <p:nvPr/>
        </p:nvGrpSpPr>
        <p:grpSpPr>
          <a:xfrm rot="0">
            <a:off x="-635" y="0"/>
            <a:ext cx="12210415" cy="6854825"/>
            <a:chOff x="-635" y="0"/>
            <a:chExt cx="12210415" cy="6854825"/>
          </a:xfrm>
        </p:grpSpPr>
        <p:grpSp>
          <p:nvGrpSpPr>
            <p:cNvPr id="46" name="그룹 183"/>
            <p:cNvGrpSpPr/>
            <p:nvPr/>
          </p:nvGrpSpPr>
          <p:grpSpPr>
            <a:xfrm rot="0">
              <a:off x="-635" y="0"/>
              <a:ext cx="12210415" cy="6854825"/>
              <a:chOff x="-635" y="0"/>
              <a:chExt cx="12210415" cy="6854825"/>
            </a:xfrm>
          </p:grpSpPr>
          <p:sp>
            <p:nvSpPr>
              <p:cNvPr id="2" name="도형 1"/>
              <p:cNvSpPr>
                <a:spLocks/>
              </p:cNvSpPr>
              <p:nvPr/>
            </p:nvSpPr>
            <p:spPr>
              <a:xfrm rot="0">
                <a:off x="0" y="0"/>
                <a:ext cx="12209780" cy="360680"/>
              </a:xfrm>
              <a:prstGeom prst="rect"/>
              <a:solidFill>
                <a:schemeClr val="tx1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3" name="도형 2"/>
              <p:cNvSpPr>
                <a:spLocks/>
              </p:cNvSpPr>
              <p:nvPr/>
            </p:nvSpPr>
            <p:spPr>
              <a:xfrm rot="0">
                <a:off x="0" y="6494145"/>
                <a:ext cx="12200890" cy="360680"/>
              </a:xfrm>
              <a:prstGeom prst="rect"/>
              <a:solidFill>
                <a:schemeClr val="tx1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" name="도형 3"/>
              <p:cNvSpPr>
                <a:spLocks/>
              </p:cNvSpPr>
              <p:nvPr/>
            </p:nvSpPr>
            <p:spPr>
              <a:xfrm rot="0">
                <a:off x="11845925" y="0"/>
                <a:ext cx="360680" cy="360680"/>
              </a:xfrm>
              <a:prstGeom prst="roundRect"/>
              <a:solidFill>
                <a:schemeClr val="bg1">
                  <a:lumMod val="50000"/>
                  <a:lumOff val="0"/>
                </a:schemeClr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5" name="도형 4"/>
              <p:cNvSpPr>
                <a:spLocks/>
              </p:cNvSpPr>
              <p:nvPr/>
            </p:nvSpPr>
            <p:spPr>
              <a:xfrm rot="0">
                <a:off x="11845925" y="0"/>
                <a:ext cx="360680" cy="360680"/>
              </a:xfrm>
              <a:prstGeom prst="mathMultiply"/>
              <a:solidFill>
                <a:schemeClr val="tx1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6" name="도형 11"/>
              <p:cNvSpPr>
                <a:spLocks/>
              </p:cNvSpPr>
              <p:nvPr/>
            </p:nvSpPr>
            <p:spPr>
              <a:xfrm rot="0">
                <a:off x="0" y="0"/>
                <a:ext cx="2945130" cy="360680"/>
              </a:xfrm>
              <a:prstGeom prst="rect"/>
              <a:noFill/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l" hangingPunct="1"/>
                <a:r>
                  <a:rPr sz="1800">
                    <a:latin typeface="맑은 고딕" charset="0"/>
                    <a:ea typeface="맑은 고딕" charset="0"/>
                  </a:rPr>
                  <a:t>VisInsp</a:t>
                </a:r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7" name="도형 16"/>
              <p:cNvSpPr>
                <a:spLocks/>
              </p:cNvSpPr>
              <p:nvPr/>
            </p:nvSpPr>
            <p:spPr>
              <a:xfrm rot="0">
                <a:off x="11118850" y="6494145"/>
                <a:ext cx="1080770" cy="360680"/>
              </a:xfrm>
              <a:prstGeom prst="rect"/>
              <a:noFill/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vert="horz" anchor="ctr">
                <a:noAutofit/>
              </a:bodyPr>
              <a:lstStyle/>
              <a:p>
                <a:pPr marL="0" indent="0" algn="ctr" hangingPunct="1"/>
                <a:r>
                  <a:rPr sz="800">
                    <a:latin typeface="맑은 고딕" charset="0"/>
                    <a:ea typeface="맑은 고딕" charset="0"/>
                  </a:rPr>
                  <a:t> Ver. 1.7.2</a:t>
                </a:r>
                <a:endParaRPr lang="ko-KR" altLang="en-US" sz="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8" name="도형 17"/>
              <p:cNvSpPr>
                <a:spLocks/>
              </p:cNvSpPr>
              <p:nvPr/>
            </p:nvSpPr>
            <p:spPr>
              <a:xfrm rot="0">
                <a:off x="635" y="6494145"/>
                <a:ext cx="720725" cy="360680"/>
              </a:xfrm>
              <a:prstGeom prst="rect"/>
              <a:noFill/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vert="horz" anchor="ctr">
                <a:noAutofit/>
              </a:bodyPr>
              <a:lstStyle/>
              <a:p>
                <a:pPr marL="0" indent="0" algn="ctr" hangingPunct="1"/>
                <a:r>
                  <a:rPr sz="800">
                    <a:latin typeface="맑은 고딕" charset="0"/>
                    <a:ea typeface="맑은 고딕" charset="0"/>
                  </a:rPr>
                  <a:t>status</a:t>
                </a:r>
                <a:endParaRPr lang="ko-KR" altLang="en-US" sz="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9" name="도형 18"/>
              <p:cNvSpPr>
                <a:spLocks/>
              </p:cNvSpPr>
              <p:nvPr/>
            </p:nvSpPr>
            <p:spPr>
              <a:xfrm rot="0">
                <a:off x="727710" y="6494145"/>
                <a:ext cx="10400030" cy="360680"/>
              </a:xfrm>
              <a:prstGeom prst="rect"/>
              <a:noFill/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vert="horz" anchor="ctr">
                <a:noAutofit/>
              </a:bodyPr>
              <a:lstStyle/>
              <a:p>
                <a:pPr marL="0" indent="0" algn="l" hangingPunct="1"/>
                <a:r>
                  <a:rPr sz="800">
                    <a:latin typeface="맑은 고딕" charset="0"/>
                    <a:ea typeface="맑은 고딕" charset="0"/>
                  </a:rPr>
                  <a:t>  Started VisInsp</a:t>
                </a:r>
                <a:endParaRPr lang="ko-KR" altLang="en-US" sz="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0" name="도형 25"/>
              <p:cNvSpPr>
                <a:spLocks/>
              </p:cNvSpPr>
              <p:nvPr/>
            </p:nvSpPr>
            <p:spPr>
              <a:xfrm rot="0">
                <a:off x="0" y="363855"/>
                <a:ext cx="8280400" cy="6120765"/>
              </a:xfrm>
              <a:prstGeom prst="rect"/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1" name="도형 26"/>
              <p:cNvSpPr>
                <a:spLocks/>
              </p:cNvSpPr>
              <p:nvPr/>
            </p:nvSpPr>
            <p:spPr>
              <a:xfrm rot="0">
                <a:off x="8278495" y="363855"/>
                <a:ext cx="3914775" cy="6113780"/>
              </a:xfrm>
              <a:prstGeom prst="rect"/>
              <a:solidFill>
                <a:schemeClr val="tx1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2" name="도형 27"/>
              <p:cNvSpPr>
                <a:spLocks/>
              </p:cNvSpPr>
              <p:nvPr/>
            </p:nvSpPr>
            <p:spPr>
              <a:xfrm rot="0">
                <a:off x="-635" y="363855"/>
                <a:ext cx="8280400" cy="6120765"/>
              </a:xfrm>
              <a:prstGeom prst="rect"/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3" name="도형 32"/>
              <p:cNvSpPr>
                <a:spLocks/>
              </p:cNvSpPr>
              <p:nvPr/>
            </p:nvSpPr>
            <p:spPr>
              <a:xfrm rot="0">
                <a:off x="-635" y="363855"/>
                <a:ext cx="8280400" cy="360680"/>
              </a:xfrm>
              <a:prstGeom prst="rect"/>
              <a:solidFill>
                <a:schemeClr val="tx1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4" name="도형 36"/>
              <p:cNvSpPr>
                <a:spLocks/>
              </p:cNvSpPr>
              <p:nvPr/>
            </p:nvSpPr>
            <p:spPr>
              <a:xfrm rot="0">
                <a:off x="-635" y="727710"/>
                <a:ext cx="8280400" cy="5760720"/>
              </a:xfrm>
              <a:prstGeom prst="rect"/>
              <a:solidFill>
                <a:schemeClr val="bg1">
                  <a:lumMod val="50000"/>
                  <a:lumOff val="0"/>
                </a:schemeClr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5" name="도형 39"/>
              <p:cNvSpPr>
                <a:spLocks/>
              </p:cNvSpPr>
              <p:nvPr/>
            </p:nvSpPr>
            <p:spPr>
              <a:xfrm rot="0">
                <a:off x="8364855" y="432435"/>
                <a:ext cx="720725" cy="288925"/>
              </a:xfrm>
              <a:prstGeom prst="rect"/>
              <a:solidFill>
                <a:schemeClr val="bg1">
                  <a:lumMod val="50000"/>
                  <a:lumOff val="0"/>
                </a:schemeClr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vert="horz" anchor="ctr">
                <a:noAutofit/>
              </a:bodyPr>
              <a:lstStyle/>
              <a:p>
                <a:pPr marL="0" indent="0" algn="ctr" hangingPunct="1"/>
                <a:r>
                  <a:rPr sz="10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Log</a:t>
                </a:r>
                <a:endParaRPr lang="ko-KR" altLang="en-US" sz="10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6" name="도형 40"/>
              <p:cNvSpPr>
                <a:spLocks/>
              </p:cNvSpPr>
              <p:nvPr/>
            </p:nvSpPr>
            <p:spPr>
              <a:xfrm rot="0">
                <a:off x="8364855" y="718820"/>
                <a:ext cx="3732530" cy="5698490"/>
              </a:xfrm>
              <a:prstGeom prst="rect"/>
              <a:solidFill>
                <a:schemeClr val="bg1">
                  <a:lumMod val="85000"/>
                  <a:lumOff val="0"/>
                </a:schemeClr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7" name="도형 41"/>
              <p:cNvSpPr>
                <a:spLocks/>
              </p:cNvSpPr>
              <p:nvPr/>
            </p:nvSpPr>
            <p:spPr>
              <a:xfrm rot="0">
                <a:off x="9074785" y="432435"/>
                <a:ext cx="720725" cy="288925"/>
              </a:xfrm>
              <a:prstGeom prst="rect"/>
              <a:solidFill>
                <a:schemeClr val="bg1">
                  <a:lumMod val="50000"/>
                  <a:lumOff val="0"/>
                </a:schemeClr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vert="horz" anchor="ctr">
                <a:noAutofit/>
              </a:bodyPr>
              <a:lstStyle/>
              <a:p>
                <a:pPr marL="0" indent="0" algn="ctr" hangingPunct="1"/>
                <a:r>
                  <a:rPr sz="10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Setting</a:t>
                </a:r>
                <a:endParaRPr lang="ko-KR" altLang="en-US" sz="10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도형 42"/>
              <p:cNvSpPr>
                <a:spLocks/>
              </p:cNvSpPr>
              <p:nvPr/>
            </p:nvSpPr>
            <p:spPr>
              <a:xfrm rot="0">
                <a:off x="9784715" y="432435"/>
                <a:ext cx="720725" cy="288925"/>
              </a:xfrm>
              <a:prstGeom prst="rect"/>
              <a:solidFill>
                <a:schemeClr val="bg1">
                  <a:lumMod val="85000"/>
                  <a:lumOff val="0"/>
                </a:schemeClr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vert="horz" anchor="ctr">
                <a:noAutofit/>
              </a:bodyPr>
              <a:lstStyle/>
              <a:p>
                <a:pPr marL="0" indent="0" algn="ctr" hangingPunct="1"/>
                <a:r>
                  <a:rPr sz="10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Recipe</a:t>
                </a:r>
                <a:endParaRPr lang="ko-KR" altLang="en-US" sz="10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grpSp>
            <p:nvGrpSpPr>
              <p:cNvPr id="38" name="그룹 168"/>
              <p:cNvGrpSpPr/>
              <p:nvPr/>
            </p:nvGrpSpPr>
            <p:grpSpPr>
              <a:xfrm rot="0">
                <a:off x="73025" y="396875"/>
                <a:ext cx="1440180" cy="288925"/>
                <a:chOff x="73025" y="396875"/>
                <a:chExt cx="1440180" cy="288925"/>
              </a:xfrm>
            </p:grpSpPr>
            <p:sp>
              <p:nvSpPr>
                <p:cNvPr id="19" name="도형 76"/>
                <p:cNvSpPr>
                  <a:spLocks/>
                </p:cNvSpPr>
                <p:nvPr/>
              </p:nvSpPr>
              <p:spPr>
                <a:xfrm rot="0">
                  <a:off x="73025" y="396875"/>
                  <a:ext cx="720725" cy="288925"/>
                </a:xfrm>
                <a:prstGeom prst="rect"/>
                <a:solidFill>
                  <a:schemeClr val="tx1"/>
                </a:solidFill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Open Img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20" name="도형 77"/>
                <p:cNvSpPr>
                  <a:spLocks/>
                </p:cNvSpPr>
                <p:nvPr/>
              </p:nvSpPr>
              <p:spPr>
                <a:xfrm rot="0">
                  <a:off x="792480" y="396875"/>
                  <a:ext cx="720725" cy="288925"/>
                </a:xfrm>
                <a:prstGeom prst="rect"/>
                <a:solidFill>
                  <a:schemeClr val="tx1"/>
                </a:solidFill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Save Img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</p:grpSp>
          <p:sp>
            <p:nvSpPr>
              <p:cNvPr id="21" name="도형 78"/>
              <p:cNvSpPr>
                <a:spLocks/>
              </p:cNvSpPr>
              <p:nvPr/>
            </p:nvSpPr>
            <p:spPr>
              <a:xfrm rot="0">
                <a:off x="6343650" y="396875"/>
                <a:ext cx="1897380" cy="288925"/>
              </a:xfrm>
              <a:prstGeom prst="rect"/>
              <a:noFill/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vert="horz" anchor="ctr">
                <a:noAutofit/>
              </a:bodyPr>
              <a:lstStyle/>
              <a:p>
                <a:pPr marL="0" indent="0" algn="ctr" hangingPunct="1"/>
                <a:r>
                  <a:rPr sz="800" b="1">
                    <a:solidFill>
                      <a:schemeClr val="bg1">
                        <a:lumMod val="85000"/>
                        <a:lumOff val="0"/>
                      </a:schemeClr>
                    </a:solidFill>
                    <a:latin typeface="맑은 고딕" charset="0"/>
                    <a:ea typeface="맑은 고딕" charset="0"/>
                  </a:rPr>
                  <a:t>X:258, y:530 : (R:128, G:128, B:128)</a:t>
                </a:r>
                <a:endParaRPr lang="ko-KR" altLang="en-US" sz="800" b="1">
                  <a:solidFill>
                    <a:schemeClr val="bg1">
                      <a:lumMod val="85000"/>
                      <a:lumOff val="0"/>
                    </a:schemeClr>
                  </a:solidFill>
                  <a:latin typeface="맑은 고딕" charset="0"/>
                  <a:ea typeface="맑은 고딕" charset="0"/>
                </a:endParaRPr>
              </a:p>
            </p:txBody>
          </p:sp>
          <p:grpSp>
            <p:nvGrpSpPr>
              <p:cNvPr id="36" name="그룹 166"/>
              <p:cNvGrpSpPr/>
              <p:nvPr/>
            </p:nvGrpSpPr>
            <p:grpSpPr>
              <a:xfrm rot="0">
                <a:off x="3369310" y="396875"/>
                <a:ext cx="1532890" cy="288925"/>
                <a:chOff x="3369310" y="396875"/>
                <a:chExt cx="1532890" cy="288925"/>
              </a:xfrm>
            </p:grpSpPr>
            <p:sp>
              <p:nvSpPr>
                <p:cNvPr id="22" name="도형 80"/>
                <p:cNvSpPr>
                  <a:spLocks/>
                </p:cNvSpPr>
                <p:nvPr/>
              </p:nvSpPr>
              <p:spPr>
                <a:xfrm rot="0">
                  <a:off x="3369310" y="396875"/>
                  <a:ext cx="504825" cy="288925"/>
                </a:xfrm>
                <a:prstGeom prst="rect"/>
                <a:solidFill>
                  <a:schemeClr val="tx1"/>
                </a:solidFill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Zoom +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23" name="도형 81"/>
                <p:cNvSpPr>
                  <a:spLocks/>
                </p:cNvSpPr>
                <p:nvPr/>
              </p:nvSpPr>
              <p:spPr>
                <a:xfrm rot="0">
                  <a:off x="3883025" y="396875"/>
                  <a:ext cx="504825" cy="288925"/>
                </a:xfrm>
                <a:prstGeom prst="rect"/>
                <a:solidFill>
                  <a:schemeClr val="tx1"/>
                </a:solidFill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Zoom -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24" name="도형 82"/>
                <p:cNvSpPr>
                  <a:spLocks/>
                </p:cNvSpPr>
                <p:nvPr/>
              </p:nvSpPr>
              <p:spPr>
                <a:xfrm rot="0">
                  <a:off x="4397375" y="396875"/>
                  <a:ext cx="504825" cy="288925"/>
                </a:xfrm>
                <a:prstGeom prst="rect"/>
                <a:solidFill>
                  <a:schemeClr val="tx1"/>
                </a:solidFill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Full []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</p:grpSp>
          <p:grpSp>
            <p:nvGrpSpPr>
              <p:cNvPr id="32" name="그룹 140"/>
              <p:cNvGrpSpPr/>
              <p:nvPr/>
            </p:nvGrpSpPr>
            <p:grpSpPr>
              <a:xfrm rot="0">
                <a:off x="5113020" y="396875"/>
                <a:ext cx="1055370" cy="297180"/>
                <a:chOff x="5113020" y="396875"/>
                <a:chExt cx="1055370" cy="297180"/>
              </a:xfrm>
              <a:solidFill>
                <a:schemeClr val="tx1"/>
              </a:solidFill>
            </p:grpSpPr>
            <p:sp>
              <p:nvSpPr>
                <p:cNvPr id="26" name="도형 133"/>
                <p:cNvSpPr>
                  <a:spLocks/>
                </p:cNvSpPr>
                <p:nvPr/>
              </p:nvSpPr>
              <p:spPr>
                <a:xfrm rot="0">
                  <a:off x="5113020" y="396875"/>
                  <a:ext cx="360680" cy="144780"/>
                </a:xfrm>
                <a:prstGeom prst="rect"/>
                <a:grpFill/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size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27" name="도형 134"/>
                <p:cNvSpPr>
                  <a:spLocks/>
                </p:cNvSpPr>
                <p:nvPr/>
              </p:nvSpPr>
              <p:spPr>
                <a:xfrm rot="0">
                  <a:off x="5461000" y="396875"/>
                  <a:ext cx="360680" cy="144780"/>
                </a:xfrm>
                <a:prstGeom prst="rect"/>
                <a:grpFill/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↑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28" name="도형 135"/>
                <p:cNvSpPr>
                  <a:spLocks/>
                </p:cNvSpPr>
                <p:nvPr/>
              </p:nvSpPr>
              <p:spPr>
                <a:xfrm rot="0">
                  <a:off x="5807710" y="396875"/>
                  <a:ext cx="360680" cy="144780"/>
                </a:xfrm>
                <a:prstGeom prst="rect"/>
                <a:grpFill/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move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29" name="도형 137"/>
                <p:cNvSpPr>
                  <a:spLocks/>
                </p:cNvSpPr>
                <p:nvPr/>
              </p:nvSpPr>
              <p:spPr>
                <a:xfrm rot="0">
                  <a:off x="5113020" y="549275"/>
                  <a:ext cx="360680" cy="144780"/>
                </a:xfrm>
                <a:prstGeom prst="rect"/>
                <a:grpFill/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←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30" name="도형 138"/>
                <p:cNvSpPr>
                  <a:spLocks/>
                </p:cNvSpPr>
                <p:nvPr/>
              </p:nvSpPr>
              <p:spPr>
                <a:xfrm rot="0">
                  <a:off x="5461000" y="549275"/>
                  <a:ext cx="360680" cy="144780"/>
                </a:xfrm>
                <a:prstGeom prst="rect"/>
                <a:grpFill/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↓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31" name="도형 139"/>
                <p:cNvSpPr>
                  <a:spLocks/>
                </p:cNvSpPr>
                <p:nvPr/>
              </p:nvSpPr>
              <p:spPr>
                <a:xfrm rot="0">
                  <a:off x="5807710" y="549275"/>
                  <a:ext cx="360680" cy="144780"/>
                </a:xfrm>
                <a:prstGeom prst="rect"/>
                <a:grpFill/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→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</p:grpSp>
          <p:grpSp>
            <p:nvGrpSpPr>
              <p:cNvPr id="37" name="그룹 167"/>
              <p:cNvGrpSpPr/>
              <p:nvPr/>
            </p:nvGrpSpPr>
            <p:grpSpPr>
              <a:xfrm rot="0">
                <a:off x="1725930" y="396875"/>
                <a:ext cx="1426210" cy="288925"/>
                <a:chOff x="1725930" y="396875"/>
                <a:chExt cx="1426210" cy="288925"/>
              </a:xfrm>
            </p:grpSpPr>
            <p:sp>
              <p:nvSpPr>
                <p:cNvPr id="33" name="도형 160"/>
                <p:cNvSpPr>
                  <a:spLocks/>
                </p:cNvSpPr>
                <p:nvPr/>
              </p:nvSpPr>
              <p:spPr>
                <a:xfrm rot="0">
                  <a:off x="1725930" y="396875"/>
                  <a:ext cx="936625" cy="288925"/>
                </a:xfrm>
                <a:prstGeom prst="rect"/>
                <a:solidFill>
                  <a:schemeClr val="tx1"/>
                </a:solidFill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l" hangingPunct="1"/>
                  <a:r>
                    <a:rPr sz="800" b="1">
                      <a:latin typeface="맑은 고딕" charset="0"/>
                      <a:ea typeface="맑은 고딕" charset="0"/>
                    </a:rPr>
                    <a:t> SCW1-13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34" name="도형 161"/>
                <p:cNvSpPr>
                  <a:spLocks/>
                </p:cNvSpPr>
                <p:nvPr/>
              </p:nvSpPr>
              <p:spPr>
                <a:xfrm rot="0">
                  <a:off x="2647315" y="396875"/>
                  <a:ext cx="504825" cy="288925"/>
                </a:xfrm>
                <a:prstGeom prst="rect"/>
                <a:solidFill>
                  <a:schemeClr val="tx1"/>
                </a:solidFill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vert="horz" anchor="ctr">
                  <a:noAutofit/>
                </a:bodyPr>
                <a:lstStyle/>
                <a:p>
                  <a:pPr marL="0" indent="0" algn="ctr" hangingPunct="1"/>
                  <a:r>
                    <a:rPr sz="800" b="1">
                      <a:latin typeface="맑은 고딕" charset="0"/>
                      <a:ea typeface="맑은 고딕" charset="0"/>
                    </a:rPr>
                    <a:t>Live</a:t>
                  </a:r>
                  <a:endParaRPr lang="ko-KR" altLang="en-US" sz="800" b="1">
                    <a:latin typeface="맑은 고딕" charset="0"/>
                    <a:ea typeface="맑은 고딕" charset="0"/>
                  </a:endParaRPr>
                </a:p>
              </p:txBody>
            </p:sp>
            <p:sp>
              <p:nvSpPr>
                <p:cNvPr id="35" name="도형 163"/>
                <p:cNvSpPr>
                  <a:spLocks/>
                </p:cNvSpPr>
                <p:nvPr/>
              </p:nvSpPr>
              <p:spPr>
                <a:xfrm rot="5400000">
                  <a:off x="2397125" y="446405"/>
                  <a:ext cx="180340" cy="180340"/>
                </a:xfrm>
                <a:prstGeom prst="actionButtonForwardNext"/>
                <a:ln w="12700" cap="flat" cmpd="sng">
                  <a:solidFill>
                    <a:schemeClr val="bg1">
                      <a:lumMod val="50000"/>
                      <a:lumOff val="0"/>
                      <a:alpha val="10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vert="horz" anchor="ctr">
                  <a:noAutofit/>
                </a:bodyPr>
                <a:lstStyle/>
                <a:p>
                  <a:pPr marL="0" indent="0" algn="ctr" hangingPunct="1"/>
                  <a:endParaRPr lang="ko-KR" altLang="en-US" sz="1800">
                    <a:latin typeface="맑은 고딕" charset="0"/>
                    <a:ea typeface="맑은 고딕" charset="0"/>
                  </a:endParaRPr>
                </a:p>
              </p:txBody>
            </p:sp>
          </p:grpSp>
          <p:pic>
            <p:nvPicPr>
              <p:cNvPr id="39" name="그림 169" descr="C:/Users/admin/AppData/Roaming/PolarisOffice/ETemp/7628_9275808/fImage306173811841.jpeg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0">
                <a:off x="334010" y="733425"/>
                <a:ext cx="7448550" cy="5563235"/>
              </a:xfrm>
              <a:prstGeom prst="rect"/>
              <a:noFill/>
              <a:ln w="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</p:pic>
          <p:sp>
            <p:nvSpPr>
              <p:cNvPr id="44" name="도형 174"/>
              <p:cNvSpPr>
                <a:spLocks/>
              </p:cNvSpPr>
              <p:nvPr/>
            </p:nvSpPr>
            <p:spPr>
              <a:xfrm rot="0">
                <a:off x="8096885" y="734695"/>
                <a:ext cx="180340" cy="5580380"/>
              </a:xfrm>
              <a:prstGeom prst="rect"/>
              <a:solidFill>
                <a:schemeClr val="tx1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5" name="도형 175"/>
              <p:cNvSpPr>
                <a:spLocks/>
              </p:cNvSpPr>
              <p:nvPr/>
            </p:nvSpPr>
            <p:spPr>
              <a:xfrm rot="0">
                <a:off x="13970" y="6301740"/>
                <a:ext cx="8082915" cy="180340"/>
              </a:xfrm>
              <a:prstGeom prst="rect"/>
              <a:solidFill>
                <a:schemeClr val="tx1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0" name="도형 170"/>
              <p:cNvSpPr>
                <a:spLocks/>
              </p:cNvSpPr>
              <p:nvPr/>
            </p:nvSpPr>
            <p:spPr>
              <a:xfrm rot="0">
                <a:off x="12700" y="6300470"/>
                <a:ext cx="180340" cy="180340"/>
              </a:xfrm>
              <a:prstGeom prst="actionButtonBackPrevious"/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1" name="도형 171"/>
              <p:cNvSpPr>
                <a:spLocks/>
              </p:cNvSpPr>
              <p:nvPr/>
            </p:nvSpPr>
            <p:spPr>
              <a:xfrm rot="10800000">
                <a:off x="7896225" y="6303645"/>
                <a:ext cx="180340" cy="180340"/>
              </a:xfrm>
              <a:prstGeom prst="actionButtonBackPrevious"/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2" name="도형 172"/>
              <p:cNvSpPr>
                <a:spLocks/>
              </p:cNvSpPr>
              <p:nvPr/>
            </p:nvSpPr>
            <p:spPr>
              <a:xfrm rot="5400000">
                <a:off x="8099425" y="734695"/>
                <a:ext cx="180340" cy="180340"/>
              </a:xfrm>
              <a:prstGeom prst="actionButtonBackPrevious"/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3" name="도형 173"/>
              <p:cNvSpPr>
                <a:spLocks/>
              </p:cNvSpPr>
              <p:nvPr/>
            </p:nvSpPr>
            <p:spPr>
              <a:xfrm rot="16200000">
                <a:off x="8096250" y="6113145"/>
                <a:ext cx="180340" cy="180340"/>
              </a:xfrm>
              <a:prstGeom prst="actionButtonBackPrevious"/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</p:grpSp>
        <p:grpSp>
          <p:nvGrpSpPr>
            <p:cNvPr id="56" name="그룹 201"/>
            <p:cNvGrpSpPr/>
            <p:nvPr/>
          </p:nvGrpSpPr>
          <p:grpSpPr>
            <a:xfrm rot="0">
              <a:off x="4455160" y="1845310"/>
              <a:ext cx="1198245" cy="1176020"/>
              <a:chOff x="4455160" y="1845310"/>
              <a:chExt cx="1198245" cy="1176020"/>
            </a:xfrm>
          </p:grpSpPr>
          <p:sp>
            <p:nvSpPr>
              <p:cNvPr id="47" name="도형 184"/>
              <p:cNvSpPr>
                <a:spLocks/>
              </p:cNvSpPr>
              <p:nvPr/>
            </p:nvSpPr>
            <p:spPr>
              <a:xfrm rot="0">
                <a:off x="4510405" y="1896110"/>
                <a:ext cx="1086485" cy="1067435"/>
              </a:xfrm>
              <a:prstGeom prst="rect"/>
              <a:noFill/>
              <a:ln w="28575" cap="flat" cmpd="sng">
                <a:solidFill>
                  <a:srgbClr val="FFFF00">
                    <a:alpha val="100000"/>
                  </a:srgbClr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8" name="도형 190"/>
              <p:cNvSpPr>
                <a:spLocks/>
              </p:cNvSpPr>
              <p:nvPr/>
            </p:nvSpPr>
            <p:spPr>
              <a:xfrm rot="0">
                <a:off x="5544820" y="2912110"/>
                <a:ext cx="108585" cy="108585"/>
              </a:xfrm>
              <a:prstGeom prst="ellipse"/>
              <a:solidFill>
                <a:srgbClr val="FF00FF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49" name="도형 194"/>
              <p:cNvSpPr>
                <a:spLocks/>
              </p:cNvSpPr>
              <p:nvPr/>
            </p:nvSpPr>
            <p:spPr>
              <a:xfrm rot="0">
                <a:off x="5541645" y="2387600"/>
                <a:ext cx="108585" cy="108585"/>
              </a:xfrm>
              <a:prstGeom prst="ellipse"/>
              <a:solidFill>
                <a:srgbClr val="FF00FF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50" name="도형 195"/>
              <p:cNvSpPr>
                <a:spLocks/>
              </p:cNvSpPr>
              <p:nvPr/>
            </p:nvSpPr>
            <p:spPr>
              <a:xfrm rot="0">
                <a:off x="5541645" y="1845945"/>
                <a:ext cx="108585" cy="108585"/>
              </a:xfrm>
              <a:prstGeom prst="ellipse"/>
              <a:solidFill>
                <a:srgbClr val="FF00FF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51" name="도형 196"/>
              <p:cNvSpPr>
                <a:spLocks/>
              </p:cNvSpPr>
              <p:nvPr/>
            </p:nvSpPr>
            <p:spPr>
              <a:xfrm rot="0">
                <a:off x="4997450" y="1845945"/>
                <a:ext cx="108585" cy="108585"/>
              </a:xfrm>
              <a:prstGeom prst="ellipse"/>
              <a:solidFill>
                <a:srgbClr val="FF00FF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52" name="도형 197"/>
              <p:cNvSpPr>
                <a:spLocks/>
              </p:cNvSpPr>
              <p:nvPr/>
            </p:nvSpPr>
            <p:spPr>
              <a:xfrm rot="0">
                <a:off x="4455160" y="1845310"/>
                <a:ext cx="108585" cy="108585"/>
              </a:xfrm>
              <a:prstGeom prst="ellipse"/>
              <a:solidFill>
                <a:srgbClr val="FF00FF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53" name="도형 198"/>
              <p:cNvSpPr>
                <a:spLocks/>
              </p:cNvSpPr>
              <p:nvPr/>
            </p:nvSpPr>
            <p:spPr>
              <a:xfrm rot="0">
                <a:off x="4457700" y="2383155"/>
                <a:ext cx="108585" cy="108585"/>
              </a:xfrm>
              <a:prstGeom prst="ellipse"/>
              <a:solidFill>
                <a:srgbClr val="FF00FF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54" name="도형 199"/>
              <p:cNvSpPr>
                <a:spLocks/>
              </p:cNvSpPr>
              <p:nvPr/>
            </p:nvSpPr>
            <p:spPr>
              <a:xfrm rot="0">
                <a:off x="4458335" y="2912110"/>
                <a:ext cx="108585" cy="108585"/>
              </a:xfrm>
              <a:prstGeom prst="ellipse"/>
              <a:solidFill>
                <a:srgbClr val="FF00FF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55" name="도형 200"/>
              <p:cNvSpPr>
                <a:spLocks/>
              </p:cNvSpPr>
              <p:nvPr/>
            </p:nvSpPr>
            <p:spPr>
              <a:xfrm rot="0">
                <a:off x="5001895" y="2912745"/>
                <a:ext cx="108585" cy="108585"/>
              </a:xfrm>
              <a:prstGeom prst="ellipse"/>
              <a:solidFill>
                <a:srgbClr val="FF00FF"/>
              </a:solidFill>
              <a:ln w="12700" cap="flat" cmpd="sng">
                <a:solidFill>
                  <a:schemeClr val="bg1">
                    <a:lumMod val="50000"/>
                    <a:lumOff val="0"/>
                    <a:alpha val="10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vert="horz" anchor="ctr">
                <a:noAutofit/>
              </a:bodyPr>
              <a:lstStyle/>
              <a:p>
                <a:pPr marL="0" indent="0" algn="ctr" hangingPunct="1"/>
                <a:endParaRPr lang="ko-KR" altLang="en-US" sz="1800">
                  <a:latin typeface="맑은 고딕" charset="0"/>
                  <a:ea typeface="맑은 고딕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조 숙희</dc:creator>
  <cp:lastModifiedBy>조 숙희</cp:lastModifiedBy>
  <dc:title>PowerPoint 프레젠테이션</dc:title>
  <cp:version>9.104.120.46311</cp:version>
</cp:coreProperties>
</file>